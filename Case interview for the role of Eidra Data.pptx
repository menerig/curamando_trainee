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35" r:id="rId5"/>
    <p:sldId id="336" r:id="rId6"/>
    <p:sldId id="339" r:id="rId7"/>
    <p:sldId id="351" r:id="rId8"/>
    <p:sldId id="341" r:id="rId9"/>
    <p:sldId id="348" r:id="rId10"/>
    <p:sldId id="342" r:id="rId11"/>
    <p:sldId id="352" r:id="rId12"/>
    <p:sldId id="350" r:id="rId13"/>
    <p:sldId id="345" r:id="rId14"/>
    <p:sldId id="353" r:id="rId15"/>
    <p:sldId id="34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28EB3A-F500-42D3-8F31-943D3A6ABD98}" v="37" dt="2026-03-25T12:55:43.133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Peters" userId="470c288f14c60d57" providerId="LiveId" clId="{30515968-6CA6-4512-A338-6506F629F43A}"/>
    <pc:docChg chg="undo custSel addSld delSld modSld">
      <pc:chgData name="Mark Peters" userId="470c288f14c60d57" providerId="LiveId" clId="{30515968-6CA6-4512-A338-6506F629F43A}" dt="2026-03-27T08:18:57.728" v="2675" actId="20577"/>
      <pc:docMkLst>
        <pc:docMk/>
      </pc:docMkLst>
      <pc:sldChg chg="modSp mod">
        <pc:chgData name="Mark Peters" userId="470c288f14c60d57" providerId="LiveId" clId="{30515968-6CA6-4512-A338-6506F629F43A}" dt="2026-03-25T08:40:52.455" v="15" actId="20577"/>
        <pc:sldMkLst>
          <pc:docMk/>
          <pc:sldMk cId="954410245" sldId="335"/>
        </pc:sldMkLst>
        <pc:spChg chg="mod">
          <ac:chgData name="Mark Peters" userId="470c288f14c60d57" providerId="LiveId" clId="{30515968-6CA6-4512-A338-6506F629F43A}" dt="2026-03-25T08:40:52.455" v="15" actId="20577"/>
          <ac:spMkLst>
            <pc:docMk/>
            <pc:sldMk cId="954410245" sldId="335"/>
            <ac:spMk id="3" creationId="{2BE0BCE3-7A85-71CE-E027-A8E454AF1454}"/>
          </ac:spMkLst>
        </pc:spChg>
      </pc:sldChg>
      <pc:sldChg chg="addSp delSp modSp mod">
        <pc:chgData name="Mark Peters" userId="470c288f14c60d57" providerId="LiveId" clId="{30515968-6CA6-4512-A338-6506F629F43A}" dt="2026-03-27T07:14:05.818" v="2456" actId="1076"/>
        <pc:sldMkLst>
          <pc:docMk/>
          <pc:sldMk cId="582749365" sldId="336"/>
        </pc:sldMkLst>
        <pc:spChg chg="mod">
          <ac:chgData name="Mark Peters" userId="470c288f14c60d57" providerId="LiveId" clId="{30515968-6CA6-4512-A338-6506F629F43A}" dt="2026-03-25T08:41:16.434" v="36" actId="20577"/>
          <ac:spMkLst>
            <pc:docMk/>
            <pc:sldMk cId="582749365" sldId="336"/>
            <ac:spMk id="2" creationId="{08F0870A-EBCD-13FC-D1A2-49C555C48170}"/>
          </ac:spMkLst>
        </pc:spChg>
        <pc:spChg chg="mod">
          <ac:chgData name="Mark Peters" userId="470c288f14c60d57" providerId="LiveId" clId="{30515968-6CA6-4512-A338-6506F629F43A}" dt="2026-03-25T09:41:25.673" v="618" actId="113"/>
          <ac:spMkLst>
            <pc:docMk/>
            <pc:sldMk cId="582749365" sldId="336"/>
            <ac:spMk id="7" creationId="{70B4EC43-20C2-1DA5-646B-B8D26CF7D003}"/>
          </ac:spMkLst>
        </pc:spChg>
        <pc:picChg chg="add mod">
          <ac:chgData name="Mark Peters" userId="470c288f14c60d57" providerId="LiveId" clId="{30515968-6CA6-4512-A338-6506F629F43A}" dt="2026-03-25T08:55:46.044" v="89" actId="1076"/>
          <ac:picMkLst>
            <pc:docMk/>
            <pc:sldMk cId="582749365" sldId="336"/>
            <ac:picMk id="5" creationId="{7CDE0BC1-B31A-0EFE-CB6C-518D5F35394C}"/>
          </ac:picMkLst>
        </pc:picChg>
        <pc:picChg chg="add mod ord">
          <ac:chgData name="Mark Peters" userId="470c288f14c60d57" providerId="LiveId" clId="{30515968-6CA6-4512-A338-6506F629F43A}" dt="2026-03-27T07:14:05.818" v="2456" actId="1076"/>
          <ac:picMkLst>
            <pc:docMk/>
            <pc:sldMk cId="582749365" sldId="336"/>
            <ac:picMk id="10" creationId="{AFA3680B-527B-16F1-AC5F-EC9DF3068D99}"/>
          </ac:picMkLst>
        </pc:picChg>
      </pc:sldChg>
      <pc:sldChg chg="addSp modSp mod modClrScheme chgLayout">
        <pc:chgData name="Mark Peters" userId="470c288f14c60d57" providerId="LiveId" clId="{30515968-6CA6-4512-A338-6506F629F43A}" dt="2026-03-25T09:21:04.030" v="438" actId="113"/>
        <pc:sldMkLst>
          <pc:docMk/>
          <pc:sldMk cId="2099008355" sldId="339"/>
        </pc:sldMkLst>
        <pc:spChg chg="mod">
          <ac:chgData name="Mark Peters" userId="470c288f14c60d57" providerId="LiveId" clId="{30515968-6CA6-4512-A338-6506F629F43A}" dt="2026-03-25T09:09:19.336" v="216" actId="26606"/>
          <ac:spMkLst>
            <pc:docMk/>
            <pc:sldMk cId="2099008355" sldId="339"/>
            <ac:spMk id="2" creationId="{C05D45BD-5B25-B32E-F712-18F18E7168E7}"/>
          </ac:spMkLst>
        </pc:spChg>
        <pc:spChg chg="mod ord">
          <ac:chgData name="Mark Peters" userId="470c288f14c60d57" providerId="LiveId" clId="{30515968-6CA6-4512-A338-6506F629F43A}" dt="2026-03-25T09:09:19.336" v="216" actId="26606"/>
          <ac:spMkLst>
            <pc:docMk/>
            <pc:sldMk cId="2099008355" sldId="339"/>
            <ac:spMk id="3" creationId="{95D7C9F2-EB2A-D57B-0D06-69B87C19A3A9}"/>
          </ac:spMkLst>
        </pc:spChg>
        <pc:spChg chg="mod">
          <ac:chgData name="Mark Peters" userId="470c288f14c60d57" providerId="LiveId" clId="{30515968-6CA6-4512-A338-6506F629F43A}" dt="2026-03-25T09:21:04.030" v="438" actId="113"/>
          <ac:spMkLst>
            <pc:docMk/>
            <pc:sldMk cId="2099008355" sldId="339"/>
            <ac:spMk id="4" creationId="{B931AA74-1B85-8980-9816-4DAB721C1BE4}"/>
          </ac:spMkLst>
        </pc:spChg>
        <pc:picChg chg="add mod">
          <ac:chgData name="Mark Peters" userId="470c288f14c60d57" providerId="LiveId" clId="{30515968-6CA6-4512-A338-6506F629F43A}" dt="2026-03-25T09:09:28.247" v="220" actId="1076"/>
          <ac:picMkLst>
            <pc:docMk/>
            <pc:sldMk cId="2099008355" sldId="339"/>
            <ac:picMk id="6" creationId="{E72B4345-DDEE-FCD8-F542-E52BE0877C40}"/>
          </ac:picMkLst>
        </pc:picChg>
      </pc:sldChg>
      <pc:sldChg chg="addSp delSp modSp mod modClrScheme chgLayout">
        <pc:chgData name="Mark Peters" userId="470c288f14c60d57" providerId="LiveId" clId="{30515968-6CA6-4512-A338-6506F629F43A}" dt="2026-03-27T07:15:32.613" v="2504" actId="20577"/>
        <pc:sldMkLst>
          <pc:docMk/>
          <pc:sldMk cId="1041471105" sldId="341"/>
        </pc:sldMkLst>
        <pc:spChg chg="mod">
          <ac:chgData name="Mark Peters" userId="470c288f14c60d57" providerId="LiveId" clId="{30515968-6CA6-4512-A338-6506F629F43A}" dt="2026-03-27T07:15:32.613" v="2504" actId="20577"/>
          <ac:spMkLst>
            <pc:docMk/>
            <pc:sldMk cId="1041471105" sldId="341"/>
            <ac:spMk id="2" creationId="{F53F4228-0DC4-4119-B9C7-6C936C41E980}"/>
          </ac:spMkLst>
        </pc:spChg>
        <pc:spChg chg="mod ord">
          <ac:chgData name="Mark Peters" userId="470c288f14c60d57" providerId="LiveId" clId="{30515968-6CA6-4512-A338-6506F629F43A}" dt="2026-03-25T10:01:38.110" v="717" actId="26606"/>
          <ac:spMkLst>
            <pc:docMk/>
            <pc:sldMk cId="1041471105" sldId="341"/>
            <ac:spMk id="3" creationId="{714ECC30-C8C7-7D87-4D74-AECB825055F7}"/>
          </ac:spMkLst>
        </pc:spChg>
        <pc:spChg chg="add mod">
          <ac:chgData name="Mark Peters" userId="470c288f14c60d57" providerId="LiveId" clId="{30515968-6CA6-4512-A338-6506F629F43A}" dt="2026-03-25T10:13:50.784" v="1192" actId="27636"/>
          <ac:spMkLst>
            <pc:docMk/>
            <pc:sldMk cId="1041471105" sldId="341"/>
            <ac:spMk id="28" creationId="{6FFB7F7F-72EB-4191-69E9-F168C8879FF1}"/>
          </ac:spMkLst>
        </pc:spChg>
        <pc:picChg chg="add mod ord">
          <ac:chgData name="Mark Peters" userId="470c288f14c60d57" providerId="LiveId" clId="{30515968-6CA6-4512-A338-6506F629F43A}" dt="2026-03-26T13:42:00.863" v="2454" actId="14100"/>
          <ac:picMkLst>
            <pc:docMk/>
            <pc:sldMk cId="1041471105" sldId="341"/>
            <ac:picMk id="10" creationId="{AD34F216-0017-A014-7F32-7AE525DBCAB8}"/>
          </ac:picMkLst>
        </pc:picChg>
      </pc:sldChg>
      <pc:sldChg chg="addSp delSp modSp mod modClrScheme chgLayout">
        <pc:chgData name="Mark Peters" userId="470c288f14c60d57" providerId="LiveId" clId="{30515968-6CA6-4512-A338-6506F629F43A}" dt="2026-03-25T11:20:14.060" v="1425" actId="20577"/>
        <pc:sldMkLst>
          <pc:docMk/>
          <pc:sldMk cId="812209034" sldId="342"/>
        </pc:sldMkLst>
        <pc:spChg chg="mod ord">
          <ac:chgData name="Mark Peters" userId="470c288f14c60d57" providerId="LiveId" clId="{30515968-6CA6-4512-A338-6506F629F43A}" dt="2026-03-25T10:48:29.514" v="1379" actId="26606"/>
          <ac:spMkLst>
            <pc:docMk/>
            <pc:sldMk cId="812209034" sldId="342"/>
            <ac:spMk id="3" creationId="{B02207A1-A505-3185-A282-927E9F6F0E61}"/>
          </ac:spMkLst>
        </pc:spChg>
        <pc:spChg chg="add mod">
          <ac:chgData name="Mark Peters" userId="470c288f14c60d57" providerId="LiveId" clId="{30515968-6CA6-4512-A338-6506F629F43A}" dt="2026-03-25T11:20:14.060" v="1425" actId="20577"/>
          <ac:spMkLst>
            <pc:docMk/>
            <pc:sldMk cId="812209034" sldId="342"/>
            <ac:spMk id="4" creationId="{B5FE5C49-213F-BFAD-9D2B-93462B83BBCA}"/>
          </ac:spMkLst>
        </pc:spChg>
        <pc:spChg chg="mod">
          <ac:chgData name="Mark Peters" userId="470c288f14c60d57" providerId="LiveId" clId="{30515968-6CA6-4512-A338-6506F629F43A}" dt="2026-03-25T10:48:29.514" v="1379" actId="26606"/>
          <ac:spMkLst>
            <pc:docMk/>
            <pc:sldMk cId="812209034" sldId="342"/>
            <ac:spMk id="8" creationId="{03CA8C54-30A3-3553-626E-52909A83C86B}"/>
          </ac:spMkLst>
        </pc:spChg>
        <pc:picChg chg="add mod">
          <ac:chgData name="Mark Peters" userId="470c288f14c60d57" providerId="LiveId" clId="{30515968-6CA6-4512-A338-6506F629F43A}" dt="2026-03-25T10:48:29.514" v="1379" actId="26606"/>
          <ac:picMkLst>
            <pc:docMk/>
            <pc:sldMk cId="812209034" sldId="342"/>
            <ac:picMk id="10" creationId="{285C1E89-3E49-A85A-77BD-B0759C76814B}"/>
          </ac:picMkLst>
        </pc:picChg>
      </pc:sldChg>
      <pc:sldChg chg="addSp modSp mod">
        <pc:chgData name="Mark Peters" userId="470c288f14c60d57" providerId="LiveId" clId="{30515968-6CA6-4512-A338-6506F629F43A}" dt="2026-03-27T08:07:34.379" v="2617" actId="20577"/>
        <pc:sldMkLst>
          <pc:docMk/>
          <pc:sldMk cId="1684465119" sldId="345"/>
        </pc:sldMkLst>
        <pc:spChg chg="mod">
          <ac:chgData name="Mark Peters" userId="470c288f14c60d57" providerId="LiveId" clId="{30515968-6CA6-4512-A338-6506F629F43A}" dt="2026-03-25T11:40:31.947" v="1756" actId="20577"/>
          <ac:spMkLst>
            <pc:docMk/>
            <pc:sldMk cId="1684465119" sldId="345"/>
            <ac:spMk id="2" creationId="{A28186A1-11A8-21B1-B6A0-AA1A1DAA5A9A}"/>
          </ac:spMkLst>
        </pc:spChg>
        <pc:spChg chg="add mod">
          <ac:chgData name="Mark Peters" userId="470c288f14c60d57" providerId="LiveId" clId="{30515968-6CA6-4512-A338-6506F629F43A}" dt="2026-03-25T11:42:32.930" v="1855" actId="1076"/>
          <ac:spMkLst>
            <pc:docMk/>
            <pc:sldMk cId="1684465119" sldId="345"/>
            <ac:spMk id="4" creationId="{9B033674-1219-73C0-43A8-916DD986BB91}"/>
          </ac:spMkLst>
        </pc:spChg>
        <pc:spChg chg="mod">
          <ac:chgData name="Mark Peters" userId="470c288f14c60d57" providerId="LiveId" clId="{30515968-6CA6-4512-A338-6506F629F43A}" dt="2026-03-27T08:07:34.379" v="2617" actId="20577"/>
          <ac:spMkLst>
            <pc:docMk/>
            <pc:sldMk cId="1684465119" sldId="345"/>
            <ac:spMk id="5" creationId="{2726E51D-0E5E-98CC-19AE-F6AC7B00BF2E}"/>
          </ac:spMkLst>
        </pc:spChg>
      </pc:sldChg>
      <pc:sldChg chg="modSp mod">
        <pc:chgData name="Mark Peters" userId="470c288f14c60d57" providerId="LiveId" clId="{30515968-6CA6-4512-A338-6506F629F43A}" dt="2026-03-25T11:32:00.750" v="1495" actId="20577"/>
        <pc:sldMkLst>
          <pc:docMk/>
          <pc:sldMk cId="3493061142" sldId="347"/>
        </pc:sldMkLst>
        <pc:spChg chg="mod">
          <ac:chgData name="Mark Peters" userId="470c288f14c60d57" providerId="LiveId" clId="{30515968-6CA6-4512-A338-6506F629F43A}" dt="2026-03-25T11:32:00.750" v="1495" actId="20577"/>
          <ac:spMkLst>
            <pc:docMk/>
            <pc:sldMk cId="3493061142" sldId="347"/>
            <ac:spMk id="3" creationId="{1EC6DB3D-3AE2-9478-3245-FE2F98B96EC7}"/>
          </ac:spMkLst>
        </pc:spChg>
      </pc:sldChg>
      <pc:sldChg chg="addSp delSp modSp mod modClrScheme chgLayout">
        <pc:chgData name="Mark Peters" userId="470c288f14c60d57" providerId="LiveId" clId="{30515968-6CA6-4512-A338-6506F629F43A}" dt="2026-03-27T07:16:11.961" v="2505" actId="20577"/>
        <pc:sldMkLst>
          <pc:docMk/>
          <pc:sldMk cId="3109306154" sldId="348"/>
        </pc:sldMkLst>
        <pc:spChg chg="mod">
          <ac:chgData name="Mark Peters" userId="470c288f14c60d57" providerId="LiveId" clId="{30515968-6CA6-4512-A338-6506F629F43A}" dt="2026-03-25T10:31:27.340" v="1264" actId="26606"/>
          <ac:spMkLst>
            <pc:docMk/>
            <pc:sldMk cId="3109306154" sldId="348"/>
            <ac:spMk id="2" creationId="{F53F4228-0DC4-4119-B9C7-6C936C41E980}"/>
          </ac:spMkLst>
        </pc:spChg>
        <pc:spChg chg="mod ord">
          <ac:chgData name="Mark Peters" userId="470c288f14c60d57" providerId="LiveId" clId="{30515968-6CA6-4512-A338-6506F629F43A}" dt="2026-03-25T10:31:27.340" v="1264" actId="26606"/>
          <ac:spMkLst>
            <pc:docMk/>
            <pc:sldMk cId="3109306154" sldId="348"/>
            <ac:spMk id="3" creationId="{714ECC30-C8C7-7D87-4D74-AECB825055F7}"/>
          </ac:spMkLst>
        </pc:spChg>
        <pc:spChg chg="mod">
          <ac:chgData name="Mark Peters" userId="470c288f14c60d57" providerId="LiveId" clId="{30515968-6CA6-4512-A338-6506F629F43A}" dt="2026-03-27T07:16:11.961" v="2505" actId="20577"/>
          <ac:spMkLst>
            <pc:docMk/>
            <pc:sldMk cId="3109306154" sldId="348"/>
            <ac:spMk id="12" creationId="{8880E6BE-15D5-4CD6-8948-7C0EFE6907D6}"/>
          </ac:spMkLst>
        </pc:spChg>
        <pc:picChg chg="add mod">
          <ac:chgData name="Mark Peters" userId="470c288f14c60d57" providerId="LiveId" clId="{30515968-6CA6-4512-A338-6506F629F43A}" dt="2026-03-25T10:31:27.340" v="1264" actId="26606"/>
          <ac:picMkLst>
            <pc:docMk/>
            <pc:sldMk cId="3109306154" sldId="348"/>
            <ac:picMk id="8" creationId="{EB7A7EB9-E04B-A2E4-E337-D5A5A6AA7B48}"/>
          </ac:picMkLst>
        </pc:picChg>
      </pc:sldChg>
      <pc:sldChg chg="addSp delSp modSp mod">
        <pc:chgData name="Mark Peters" userId="470c288f14c60d57" providerId="LiveId" clId="{30515968-6CA6-4512-A338-6506F629F43A}" dt="2026-03-25T11:58:51.160" v="2124" actId="20577"/>
        <pc:sldMkLst>
          <pc:docMk/>
          <pc:sldMk cId="1656541744" sldId="350"/>
        </pc:sldMkLst>
        <pc:spChg chg="mod ord">
          <ac:chgData name="Mark Peters" userId="470c288f14c60d57" providerId="LiveId" clId="{30515968-6CA6-4512-A338-6506F629F43A}" dt="2026-03-25T11:37:17.819" v="1661" actId="26606"/>
          <ac:spMkLst>
            <pc:docMk/>
            <pc:sldMk cId="1656541744" sldId="350"/>
            <ac:spMk id="5" creationId="{207FBCB3-8D4F-8EC8-FB07-0A23885C258A}"/>
          </ac:spMkLst>
        </pc:spChg>
        <pc:spChg chg="mod">
          <ac:chgData name="Mark Peters" userId="470c288f14c60d57" providerId="LiveId" clId="{30515968-6CA6-4512-A338-6506F629F43A}" dt="2026-03-25T11:37:39.096" v="1673" actId="20577"/>
          <ac:spMkLst>
            <pc:docMk/>
            <pc:sldMk cId="1656541744" sldId="350"/>
            <ac:spMk id="6" creationId="{D738DDC1-0F35-ADF7-DA81-BB2C6528A50A}"/>
          </ac:spMkLst>
        </pc:spChg>
        <pc:spChg chg="mod">
          <ac:chgData name="Mark Peters" userId="470c288f14c60d57" providerId="LiveId" clId="{30515968-6CA6-4512-A338-6506F629F43A}" dt="2026-03-25T11:58:51.160" v="2124" actId="20577"/>
          <ac:spMkLst>
            <pc:docMk/>
            <pc:sldMk cId="1656541744" sldId="350"/>
            <ac:spMk id="7" creationId="{F8D8AE58-1E99-5C81-8286-09BC07F9A7B2}"/>
          </ac:spMkLst>
        </pc:spChg>
        <pc:picChg chg="add mod">
          <ac:chgData name="Mark Peters" userId="470c288f14c60d57" providerId="LiveId" clId="{30515968-6CA6-4512-A338-6506F629F43A}" dt="2026-03-25T11:37:17.819" v="1661" actId="26606"/>
          <ac:picMkLst>
            <pc:docMk/>
            <pc:sldMk cId="1656541744" sldId="350"/>
            <ac:picMk id="9" creationId="{CF9CE9F0-71B1-FCB6-9364-E7910CB9981D}"/>
          </ac:picMkLst>
        </pc:picChg>
      </pc:sldChg>
      <pc:sldChg chg="addSp delSp modSp add mod">
        <pc:chgData name="Mark Peters" userId="470c288f14c60d57" providerId="LiveId" clId="{30515968-6CA6-4512-A338-6506F629F43A}" dt="2026-03-27T07:15:02.294" v="2483" actId="20577"/>
        <pc:sldMkLst>
          <pc:docMk/>
          <pc:sldMk cId="748625033" sldId="351"/>
        </pc:sldMkLst>
        <pc:spChg chg="mod">
          <ac:chgData name="Mark Peters" userId="470c288f14c60d57" providerId="LiveId" clId="{30515968-6CA6-4512-A338-6506F629F43A}" dt="2026-03-25T09:17:06.513" v="277" actId="20577"/>
          <ac:spMkLst>
            <pc:docMk/>
            <pc:sldMk cId="748625033" sldId="351"/>
            <ac:spMk id="2" creationId="{16C31225-3CAA-358C-4FAD-E05499C0775D}"/>
          </ac:spMkLst>
        </pc:spChg>
        <pc:spChg chg="mod">
          <ac:chgData name="Mark Peters" userId="470c288f14c60d57" providerId="LiveId" clId="{30515968-6CA6-4512-A338-6506F629F43A}" dt="2026-03-27T07:15:02.294" v="2483" actId="20577"/>
          <ac:spMkLst>
            <pc:docMk/>
            <pc:sldMk cId="748625033" sldId="351"/>
            <ac:spMk id="4" creationId="{7F04FEB2-D371-CE7F-84E4-96937BC07CE3}"/>
          </ac:spMkLst>
        </pc:spChg>
        <pc:picChg chg="add mod ord">
          <ac:chgData name="Mark Peters" userId="470c288f14c60d57" providerId="LiveId" clId="{30515968-6CA6-4512-A338-6506F629F43A}" dt="2026-03-26T14:01:03.751" v="2455" actId="14826"/>
          <ac:picMkLst>
            <pc:docMk/>
            <pc:sldMk cId="748625033" sldId="351"/>
            <ac:picMk id="9" creationId="{CEE22A36-2EAE-4A09-1965-BEB8F67A2265}"/>
          </ac:picMkLst>
        </pc:picChg>
      </pc:sldChg>
      <pc:sldChg chg="addSp delSp modSp add mod">
        <pc:chgData name="Mark Peters" userId="470c288f14c60d57" providerId="LiveId" clId="{30515968-6CA6-4512-A338-6506F629F43A}" dt="2026-03-27T07:16:29.695" v="2506" actId="1076"/>
        <pc:sldMkLst>
          <pc:docMk/>
          <pc:sldMk cId="2988121247" sldId="352"/>
        </pc:sldMkLst>
        <pc:spChg chg="mod">
          <ac:chgData name="Mark Peters" userId="470c288f14c60d57" providerId="LiveId" clId="{30515968-6CA6-4512-A338-6506F629F43A}" dt="2026-03-25T11:35:58.200" v="1632" actId="20577"/>
          <ac:spMkLst>
            <pc:docMk/>
            <pc:sldMk cId="2988121247" sldId="352"/>
            <ac:spMk id="4" creationId="{6605C57C-CDCC-E2CD-A69F-E8B9A1D3E2FF}"/>
          </ac:spMkLst>
        </pc:spChg>
        <pc:spChg chg="mod">
          <ac:chgData name="Mark Peters" userId="470c288f14c60d57" providerId="LiveId" clId="{30515968-6CA6-4512-A338-6506F629F43A}" dt="2026-03-25T11:20:32.424" v="1430" actId="20577"/>
          <ac:spMkLst>
            <pc:docMk/>
            <pc:sldMk cId="2988121247" sldId="352"/>
            <ac:spMk id="8" creationId="{66F72A73-29AE-A630-C7ED-4C5BF206CED4}"/>
          </ac:spMkLst>
        </pc:spChg>
        <pc:picChg chg="add mod">
          <ac:chgData name="Mark Peters" userId="470c288f14c60d57" providerId="LiveId" clId="{30515968-6CA6-4512-A338-6506F629F43A}" dt="2026-03-26T13:18:23.861" v="2436" actId="1076"/>
          <ac:picMkLst>
            <pc:docMk/>
            <pc:sldMk cId="2988121247" sldId="352"/>
            <ac:picMk id="5" creationId="{5886F2E2-D179-37C0-ACD5-F7CAA5F4847E}"/>
          </ac:picMkLst>
        </pc:picChg>
        <pc:picChg chg="add del mod">
          <ac:chgData name="Mark Peters" userId="470c288f14c60d57" providerId="LiveId" clId="{30515968-6CA6-4512-A338-6506F629F43A}" dt="2026-03-26T13:28:44.384" v="2444" actId="478"/>
          <ac:picMkLst>
            <pc:docMk/>
            <pc:sldMk cId="2988121247" sldId="352"/>
            <ac:picMk id="6" creationId="{F34BCBF2-9104-1B96-1856-19CF41E4A2D4}"/>
          </ac:picMkLst>
        </pc:picChg>
        <pc:picChg chg="add del mod">
          <ac:chgData name="Mark Peters" userId="470c288f14c60d57" providerId="LiveId" clId="{30515968-6CA6-4512-A338-6506F629F43A}" dt="2026-03-26T13:28:28.104" v="2439" actId="478"/>
          <ac:picMkLst>
            <pc:docMk/>
            <pc:sldMk cId="2988121247" sldId="352"/>
            <ac:picMk id="7" creationId="{93A2DF2E-5BD0-D3EA-FC03-42DB6D4B8085}"/>
          </ac:picMkLst>
        </pc:picChg>
        <pc:picChg chg="mod ord">
          <ac:chgData name="Mark Peters" userId="470c288f14c60d57" providerId="LiveId" clId="{30515968-6CA6-4512-A338-6506F629F43A}" dt="2026-03-27T07:16:29.695" v="2506" actId="1076"/>
          <ac:picMkLst>
            <pc:docMk/>
            <pc:sldMk cId="2988121247" sldId="352"/>
            <ac:picMk id="10" creationId="{F7AAC82A-CF98-A086-9021-80AEAA5B1602}"/>
          </ac:picMkLst>
        </pc:picChg>
        <pc:picChg chg="add del mod">
          <ac:chgData name="Mark Peters" userId="470c288f14c60d57" providerId="LiveId" clId="{30515968-6CA6-4512-A338-6506F629F43A}" dt="2026-03-26T13:29:35.037" v="2449" actId="478"/>
          <ac:picMkLst>
            <pc:docMk/>
            <pc:sldMk cId="2988121247" sldId="352"/>
            <ac:picMk id="11" creationId="{7FE092EA-DDAD-26EE-F072-35789B5D5E77}"/>
          </ac:picMkLst>
        </pc:picChg>
        <pc:picChg chg="add mod">
          <ac:chgData name="Mark Peters" userId="470c288f14c60d57" providerId="LiveId" clId="{30515968-6CA6-4512-A338-6506F629F43A}" dt="2026-03-26T13:32:15.167" v="2451" actId="1076"/>
          <ac:picMkLst>
            <pc:docMk/>
            <pc:sldMk cId="2988121247" sldId="352"/>
            <ac:picMk id="13" creationId="{1133B009-38A8-48E9-0D58-3002F4A95AC9}"/>
          </ac:picMkLst>
        </pc:picChg>
      </pc:sldChg>
      <pc:sldChg chg="modSp add mod">
        <pc:chgData name="Mark Peters" userId="470c288f14c60d57" providerId="LiveId" clId="{30515968-6CA6-4512-A338-6506F629F43A}" dt="2026-03-27T08:18:57.728" v="2675" actId="20577"/>
        <pc:sldMkLst>
          <pc:docMk/>
          <pc:sldMk cId="4191542456" sldId="353"/>
        </pc:sldMkLst>
        <pc:spChg chg="mod">
          <ac:chgData name="Mark Peters" userId="470c288f14c60d57" providerId="LiveId" clId="{30515968-6CA6-4512-A338-6506F629F43A}" dt="2026-03-27T08:18:57.728" v="2675" actId="20577"/>
          <ac:spMkLst>
            <pc:docMk/>
            <pc:sldMk cId="4191542456" sldId="353"/>
            <ac:spMk id="5" creationId="{2DC2617F-D531-78BC-4D89-36E45E0B0D7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</p:spPr>
        <p:txBody>
          <a:bodyPr/>
          <a:lstStyle/>
          <a:p>
            <a:r>
              <a:rPr lang="en-GB" dirty="0"/>
              <a:t>Case interview Eidra Data</a:t>
            </a:r>
            <a:br>
              <a:rPr lang="en-GB" dirty="0"/>
            </a:br>
            <a:r>
              <a:rPr lang="en-IE" dirty="0"/>
              <a:t>Trainee - Mark peters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A3680B-527B-16F1-AC5F-EC9DF3068D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24627" y="3026304"/>
            <a:ext cx="4171950" cy="3759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Chargeability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8324089" cy="39523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i="1" dirty="0"/>
              <a:t>chargeability</a:t>
            </a:r>
            <a:r>
              <a:rPr lang="en-GB" i="1" dirty="0"/>
              <a:t> is a metric that measures the percentage of an employee's total working time that is billed directly to clients. It is frequently used interchangeably with "utilization" or "billable hours“.</a:t>
            </a:r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r>
              <a:rPr lang="en-GB" dirty="0"/>
              <a:t>Though it might be better to say:</a:t>
            </a:r>
          </a:p>
          <a:p>
            <a:pPr marL="0" indent="0">
              <a:buNone/>
            </a:pPr>
            <a:r>
              <a:rPr lang="en-GB" b="1" dirty="0"/>
              <a:t>Chargeability = Billable Hours / (Available hours –</a:t>
            </a:r>
          </a:p>
          <a:p>
            <a:pPr marL="0" indent="0">
              <a:buNone/>
            </a:pPr>
            <a:r>
              <a:rPr lang="en-GB" b="1" dirty="0"/>
              <a:t>Absence hours)</a:t>
            </a:r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DE0BC1-B31A-0EFE-CB6C-518D5F353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743" y="3438857"/>
            <a:ext cx="4889404" cy="7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How does it look?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064" y="1585118"/>
            <a:ext cx="4887594" cy="4661504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b="1" dirty="0"/>
              <a:t>Considerations:</a:t>
            </a:r>
          </a:p>
          <a:p>
            <a:pPr lvl="1"/>
            <a:r>
              <a:rPr lang="en-GB" dirty="0"/>
              <a:t>How many hours are logged as Billable / Non-billable / Absence Planned / Absence Unplanned?</a:t>
            </a:r>
          </a:p>
          <a:p>
            <a:pPr lvl="1"/>
            <a:r>
              <a:rPr lang="en-GB" dirty="0"/>
              <a:t>Are there employees with missing time?</a:t>
            </a:r>
          </a:p>
          <a:p>
            <a:pPr lvl="1"/>
            <a:r>
              <a:rPr lang="en-GB" dirty="0"/>
              <a:t>Are there employees hired mid-period or leaving mid-period?</a:t>
            </a:r>
          </a:p>
          <a:p>
            <a:pPr marL="457200" lvl="2" indent="0">
              <a:buNone/>
            </a:pPr>
            <a:r>
              <a:rPr lang="en-GB" b="1" dirty="0"/>
              <a:t>Assumptions:</a:t>
            </a:r>
            <a:endParaRPr lang="en-US" b="1" dirty="0"/>
          </a:p>
          <a:p>
            <a:pPr lvl="1"/>
            <a:r>
              <a:rPr lang="en-GB" dirty="0"/>
              <a:t>Billable hours are the numerator</a:t>
            </a:r>
          </a:p>
          <a:p>
            <a:pPr lvl="1"/>
            <a:r>
              <a:rPr lang="en-GB" dirty="0"/>
              <a:t>Denominator is based on standard working calendar hours, not total logged hours.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2B4345-DDEE-FCD8-F542-E52BE0877C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443"/>
          <a:stretch>
            <a:fillRect/>
          </a:stretch>
        </p:blipFill>
        <p:spPr>
          <a:xfrm>
            <a:off x="6410644" y="2073275"/>
            <a:ext cx="4887594" cy="3687763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C62F9-ACFF-11D2-5B65-F3560A086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EE22A36-2EAE-4A09-1965-BEB8F67A22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07088" y="2069320"/>
            <a:ext cx="5391150" cy="36956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C31225-3CAA-358C-4FAD-E05499C07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ZA" dirty="0"/>
              <a:t>Key take-aways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4FEB2-D371-CE7F-84E4-96937BC07CE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885" y="2073275"/>
            <a:ext cx="5355472" cy="3687763"/>
          </a:xfrm>
        </p:spPr>
        <p:txBody>
          <a:bodyPr>
            <a:normAutofit lnSpcReduction="10000"/>
          </a:bodyPr>
          <a:lstStyle/>
          <a:p>
            <a:pPr marL="800100" lvl="1" indent="-342900"/>
            <a:r>
              <a:rPr lang="en-GB" dirty="0"/>
              <a:t>High chargeability is common but unevenly distributed – skewed left</a:t>
            </a:r>
          </a:p>
          <a:p>
            <a:pPr marL="800100" lvl="1" indent="-342900"/>
            <a:r>
              <a:rPr lang="en-GB" dirty="0"/>
              <a:t>Absence-adjusted chargeability gives a </a:t>
            </a:r>
            <a:r>
              <a:rPr lang="en-GB" i="1" dirty="0"/>
              <a:t>much fairer picture e.g. Anna Lindberg absence: 80 </a:t>
            </a:r>
          </a:p>
          <a:p>
            <a:pPr marL="800100" lvl="1" indent="-342900"/>
            <a:r>
              <a:rPr lang="en-GB" dirty="0"/>
              <a:t>Low chargeability often reflects role or staffing — not inactivity</a:t>
            </a:r>
          </a:p>
          <a:p>
            <a:pPr marL="800100" lvl="1" indent="-342900"/>
            <a:r>
              <a:rPr lang="en-GB" dirty="0"/>
              <a:t>Some employees are near full capacity (potential risk) – burnout, over-specialisation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F65DF9-D4A7-1580-EB7C-C3B09AF8D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25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D34F216-0017-A014-7F32-7AE525DBCA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14159" y="2404507"/>
            <a:ext cx="5021414" cy="38430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“don’t forget Oscar!” – individuals count</a:t>
            </a:r>
            <a:endParaRPr lang="en-ZA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6FFB7F7F-72EB-4191-69E9-F168C8879F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5920396" cy="3964270"/>
          </a:xfrm>
        </p:spPr>
        <p:txBody>
          <a:bodyPr>
            <a:normAutofit fontScale="92500"/>
          </a:bodyPr>
          <a:lstStyle/>
          <a:p>
            <a:r>
              <a:rPr lang="en-US" dirty="0"/>
              <a:t>Factors to consider when judging low chargeability:</a:t>
            </a:r>
          </a:p>
          <a:p>
            <a:r>
              <a:rPr lang="en-US" b="1" dirty="0"/>
              <a:t>Junior staff:</a:t>
            </a:r>
          </a:p>
          <a:p>
            <a:r>
              <a:rPr lang="en-US" dirty="0"/>
              <a:t>Oscar Bergman – hired mid-month as a Junior. Had onboarding and training before working with clients. Clear ramp up – Aug: 22%, Dec: 72%</a:t>
            </a:r>
          </a:p>
          <a:p>
            <a:r>
              <a:rPr lang="en-US" b="1" dirty="0"/>
              <a:t>Principals:</a:t>
            </a:r>
          </a:p>
          <a:p>
            <a:r>
              <a:rPr lang="en-US" dirty="0"/>
              <a:t>Ella Pettersson, Sofie Dahl – involved in a lot of internal matters e.g. leadership &amp; team management, sales &amp; business development, internal strategy, and client relationship management.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Revenue attribution</a:t>
            </a:r>
            <a:endParaRPr lang="en-ZA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880E6BE-15D5-4CD6-8948-7C0EFE6907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/>
          <a:p>
            <a:pPr marL="365760" lvl="1" indent="0">
              <a:buNone/>
            </a:pPr>
            <a:r>
              <a:rPr lang="en-GB" b="1" i="1" dirty="0"/>
              <a:t>Revenue attribution </a:t>
            </a:r>
            <a:r>
              <a:rPr lang="en-GB" i="1" dirty="0"/>
              <a:t>in data science is the process of using data-driven models to identify which marketing touchpoints, campaigns, or customer interactions directly generated revenue</a:t>
            </a:r>
            <a:r>
              <a:rPr lang="en-GB" dirty="0"/>
              <a:t>.</a:t>
            </a:r>
          </a:p>
          <a:p>
            <a:pPr marL="365760" lvl="1" indent="0">
              <a:buNone/>
            </a:pPr>
            <a:r>
              <a:rPr lang="en-GB" dirty="0"/>
              <a:t>In this case, this means how much of the money that was invoiced to a client can be traced back to each individual consultant.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A7EB9-E04B-A2E4-E337-D5A5A6AA7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776" y="2073275"/>
            <a:ext cx="4653329" cy="3687763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0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CA8C54-30A3-3553-626E-52909A83C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ZA" dirty="0"/>
              <a:t>Follow the money! – key takeaways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E5C49-213F-BFAD-9D2B-93462B83BB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/>
          <a:p>
            <a:r>
              <a:rPr lang="en-GB" dirty="0"/>
              <a:t>Here are some of my observations:</a:t>
            </a:r>
          </a:p>
          <a:p>
            <a:r>
              <a:rPr lang="en-GB" dirty="0"/>
              <a:t>Some clients are consistently underbilled e.g. IKEA, Ratio ~ </a:t>
            </a:r>
            <a:r>
              <a:rPr lang="en-GB" b="1" dirty="0"/>
              <a:t>0.86–0.91</a:t>
            </a:r>
            <a:r>
              <a:rPr lang="en-GB" dirty="0"/>
              <a:t>. Gap: </a:t>
            </a:r>
            <a:r>
              <a:rPr lang="en-GB" b="1" dirty="0"/>
              <a:t>-40k to -64k SEK </a:t>
            </a:r>
            <a:r>
              <a:rPr lang="en-GB" dirty="0"/>
              <a:t>every month</a:t>
            </a:r>
          </a:p>
          <a:p>
            <a:r>
              <a:rPr lang="en-GB" dirty="0"/>
              <a:t>Other clients are consistently overbilled (premium / efficient delivery) e.g. Spotify, </a:t>
            </a:r>
            <a:r>
              <a:rPr lang="en-IE" dirty="0"/>
              <a:t>Ratio ~ </a:t>
            </a:r>
            <a:r>
              <a:rPr lang="en-IE" b="1" dirty="0"/>
              <a:t>1.05–1.11</a:t>
            </a:r>
            <a:endParaRPr lang="en-S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5C1E89-3E49-A85A-77BD-B0759C768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644" y="2469207"/>
            <a:ext cx="4887594" cy="2895899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2207A1-A505-3185-A282-927E9F6F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09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E4FD4-606E-0282-248F-69A738AFA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7AAC82A-CF98-A086-9021-80AEAA5B16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10602" y="1148492"/>
            <a:ext cx="3068690" cy="2768664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6F72A73-29AE-A630-C7ED-4C5BF206C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ZA" dirty="0"/>
              <a:t>Follow the money! – more takeaways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5C57C-CDCC-E2CD-A69F-E8B9A1D3E2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/>
          <a:p>
            <a:r>
              <a:rPr lang="en-GB" dirty="0"/>
              <a:t>Large clients drive the biggest financial impact.</a:t>
            </a:r>
          </a:p>
          <a:p>
            <a:r>
              <a:rPr lang="en-IE" dirty="0"/>
              <a:t>Equinor + Volvo share: </a:t>
            </a:r>
            <a:r>
              <a:rPr lang="en-IE" b="1" dirty="0"/>
              <a:t>56.66%</a:t>
            </a:r>
          </a:p>
          <a:p>
            <a:r>
              <a:rPr lang="en-GB" dirty="0"/>
              <a:t>The rate of income is consistent across opco’s, especially between </a:t>
            </a:r>
            <a:r>
              <a:rPr lang="en-GB" dirty="0" err="1"/>
              <a:t>Curamando</a:t>
            </a:r>
            <a:r>
              <a:rPr lang="en-GB" dirty="0"/>
              <a:t> and </a:t>
            </a:r>
            <a:r>
              <a:rPr lang="en-GB" dirty="0" err="1"/>
              <a:t>Umain</a:t>
            </a:r>
            <a:r>
              <a:rPr lang="en-GB" dirty="0"/>
              <a:t>.</a:t>
            </a:r>
            <a:endParaRPr lang="en-S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49DC50-1932-8A32-38B2-061BD328E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6F2E2-D179-37C0-ACD5-F7CAA5F48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645" y="3649667"/>
            <a:ext cx="3655338" cy="27795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33B009-38A8-48E9-0D58-3002F4A95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064" y="4441512"/>
            <a:ext cx="4801270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121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738DDC1-0F35-ADF7-DA81-BB2C6528A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GB" dirty="0"/>
              <a:t>Combining both metrics - insights</a:t>
            </a:r>
            <a:endParaRPr lang="en-S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D8AE58-1E99-5C81-8286-09BC07F9A7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There is an over-reliance on key customers, which leave the company vulnerable to sudden shifts in client loyalty. Also, small pricing inefficiencies at scale can have significant financial 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Some employees are near full capacity, and are the sole consultant for a client e.g. DNB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9CE9F0-71B1-FCB6-9364-E7910CB99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644" y="2469207"/>
            <a:ext cx="4887594" cy="2895899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7FBCB3-8D4F-8EC8-FB07-0A23885C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41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Weird stuff</a:t>
            </a:r>
            <a:endParaRPr lang="en-Z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26E51D-0E5E-98CC-19AE-F6AC7B00BF2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/>
          <a:p>
            <a:r>
              <a:rPr lang="en-US" dirty="0"/>
              <a:t>There were no part-time employees, and I’m not sure how that might have affected metrics.</a:t>
            </a:r>
          </a:p>
          <a:p>
            <a:r>
              <a:rPr lang="en-US" dirty="0"/>
              <a:t>Why was there a big drop in chargeability in </a:t>
            </a:r>
            <a:r>
              <a:rPr lang="en-US" dirty="0" err="1"/>
              <a:t>Umain</a:t>
            </a:r>
            <a:r>
              <a:rPr lang="en-US" dirty="0"/>
              <a:t> in November 2024?</a:t>
            </a:r>
          </a:p>
          <a:p>
            <a:r>
              <a:rPr lang="en-US" dirty="0"/>
              <a:t>Why is IKEA always undercharged and Spotify always over? Is it part of a business strategy?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30536-D522-9F5E-B2C4-24F7C757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33674-1219-73C0-43A8-916DD986BB91}"/>
              </a:ext>
            </a:extLst>
          </p:cNvPr>
          <p:cNvSpPr txBox="1"/>
          <p:nvPr/>
        </p:nvSpPr>
        <p:spPr>
          <a:xfrm>
            <a:off x="893064" y="1267185"/>
            <a:ext cx="6208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+mj-lt"/>
              </a:rPr>
              <a:t>Observations that need more exploration  </a:t>
            </a:r>
            <a:endParaRPr lang="en-SE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4C014-2D5E-CD24-49CA-E2BE0870D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9446D-F552-4396-18C0-73B95D0D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recommendations</a:t>
            </a:r>
            <a:endParaRPr lang="en-Z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C2617F-D531-78BC-4D89-36E45E0B0D7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1" y="2058669"/>
            <a:ext cx="7568769" cy="3687763"/>
          </a:xfrm>
        </p:spPr>
        <p:txBody>
          <a:bodyPr>
            <a:normAutofit/>
          </a:bodyPr>
          <a:lstStyle/>
          <a:p>
            <a:r>
              <a:rPr lang="en-GB" b="1" dirty="0"/>
              <a:t>1. Improve Revenue Quality</a:t>
            </a:r>
          </a:p>
          <a:p>
            <a:r>
              <a:rPr lang="en-GB" dirty="0"/>
              <a:t>Pricing reviews for underbilled clients </a:t>
            </a:r>
          </a:p>
          <a:p>
            <a:r>
              <a:rPr lang="en-GB" dirty="0"/>
              <a:t>Adjust forecasting using revenue gaps</a:t>
            </a:r>
          </a:p>
          <a:p>
            <a:r>
              <a:rPr lang="en-GB" b="1" dirty="0"/>
              <a:t>2. Reduce Business Risk</a:t>
            </a:r>
          </a:p>
          <a:p>
            <a:r>
              <a:rPr lang="en-GB" dirty="0"/>
              <a:t>Diversify client portfolio – too much emphasis on core few</a:t>
            </a:r>
          </a:p>
          <a:p>
            <a:r>
              <a:rPr lang="en-GB" dirty="0"/>
              <a:t>Reduce key-person dependency – too </a:t>
            </a:r>
            <a:r>
              <a:rPr lang="en-GB"/>
              <a:t>few doing too much</a:t>
            </a:r>
            <a:endParaRPr lang="en-GB" dirty="0"/>
          </a:p>
          <a:p>
            <a:r>
              <a:rPr lang="en-GB" b="1" dirty="0"/>
              <a:t>3. Align Performance Measurement</a:t>
            </a:r>
          </a:p>
          <a:p>
            <a:r>
              <a:rPr lang="en-GB" dirty="0"/>
              <a:t>Introduce role-based KPIs – especially for Principles.</a:t>
            </a:r>
          </a:p>
          <a:p>
            <a:r>
              <a:rPr lang="en-GB" dirty="0"/>
              <a:t>Track delivery efficiency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5A3C6F-0509-1680-0D6E-FFBC1206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542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/>
          <a:lstStyle/>
          <a:p>
            <a:r>
              <a:rPr lang="en-US" dirty="0"/>
              <a:t>Mark Peters</a:t>
            </a:r>
          </a:p>
          <a:p>
            <a:r>
              <a:rPr lang="en-US" dirty="0"/>
              <a:t>Data Trainee Presentation</a:t>
            </a:r>
          </a:p>
          <a:p>
            <a:r>
              <a:rPr lang="en-US" dirty="0" err="1"/>
              <a:t>Curamando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Architecture pitch deck</Template>
  <TotalTime>2626</TotalTime>
  <Words>601</Words>
  <Application>Microsoft Office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Avenir Next LT Pro Light</vt:lpstr>
      <vt:lpstr>Calibri</vt:lpstr>
      <vt:lpstr>Posterama</vt:lpstr>
      <vt:lpstr>Custom</vt:lpstr>
      <vt:lpstr>Case interview Eidra Data Trainee - Mark peters</vt:lpstr>
      <vt:lpstr>Chargeability </vt:lpstr>
      <vt:lpstr>How does it look?</vt:lpstr>
      <vt:lpstr>Key take-aways</vt:lpstr>
      <vt:lpstr>“don’t forget Oscar!” – individuals count</vt:lpstr>
      <vt:lpstr>Revenue attribution</vt:lpstr>
      <vt:lpstr>Follow the money! – key takeaways</vt:lpstr>
      <vt:lpstr>Follow the money! – more takeaways</vt:lpstr>
      <vt:lpstr>Combining both metrics - insights</vt:lpstr>
      <vt:lpstr>Weird stuff</vt:lpstr>
      <vt:lpstr>recommendations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ingestion with Databricks using medallion architecture</dc:title>
  <dc:creator>Mark Peters</dc:creator>
  <cp:lastModifiedBy>Mark Peters</cp:lastModifiedBy>
  <cp:revision>3</cp:revision>
  <dcterms:created xsi:type="dcterms:W3CDTF">2024-05-20T08:11:40Z</dcterms:created>
  <dcterms:modified xsi:type="dcterms:W3CDTF">2026-03-27T08:19:02Z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